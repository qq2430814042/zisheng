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0" y="12344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203704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72968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4142232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5111496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>
                <a:solidFill>
                  <a:srgbClr val="26262E"/>
                </a:solidFill>
                <a:latin typeface="楷体"/>
                <a:ea typeface="楷体"/>
                <a:cs typeface="楷体"/>
              </a:rPr>
              <a:t>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836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第十四届全国大学生数字媒体科技作品及创意竞赛 · 指定命题「科技+创意，讲好中国故事」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8412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字·生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汉字五体演变的粒子交互体验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43400"/>
            <a:ext cx="2011680" cy="27432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一个用数万枚实时粒子讲汉字故事、并能亲手构字书写的交互网页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3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作品编号 316056 ｜ 作者：牛景飞（北京语言大学）｜ 个人参赛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作品定位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把汉字的三千年，变成能亲手玩的体验</a:t>
            </a:r>
          </a:p>
        </p:txBody>
      </p:sp>
      <p:pic>
        <p:nvPicPr>
          <p:cNvPr id="6" name="Picture 5" descr="01开篇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965960"/>
            <a:ext cx="4206240" cy="23660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03643" y="1945843"/>
            <a:ext cx="4246473" cy="240624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6309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从甲骨到楷书，任选一个字亲手推动它演变；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写两个部件，合成一个新字；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写下笔迹，粒子接住它。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709160"/>
            <a:ext cx="2574036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709160"/>
            <a:ext cx="2574036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837176"/>
            <a:ext cx="22082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>
                <a:solidFill>
                  <a:srgbClr val="E0B36A"/>
                </a:solidFill>
                <a:latin typeface="楷体"/>
                <a:ea typeface="楷体"/>
                <a:cs typeface="楷体"/>
              </a:rPr>
              <a:t>14,873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全量可推演字库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6996" y="4709160"/>
            <a:ext cx="2574036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6996" y="4709160"/>
            <a:ext cx="2574036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4837176"/>
            <a:ext cx="22082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>
                <a:solidFill>
                  <a:srgbClr val="E0B36A"/>
                </a:solidFill>
                <a:latin typeface="楷体"/>
                <a:ea typeface="楷体"/>
                <a:cs typeface="楷体"/>
              </a:rPr>
              <a:t>28,776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历代字形点云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4709160"/>
            <a:ext cx="2574036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4709160"/>
            <a:ext cx="2574036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4837176"/>
            <a:ext cx="22082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>
                <a:solidFill>
                  <a:srgbClr val="E0B36A"/>
                </a:solidFill>
                <a:latin typeface="楷体"/>
                <a:ea typeface="楷体"/>
                <a:cs typeface="楷体"/>
              </a:rPr>
              <a:t>8,600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构字组合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7132" y="4709160"/>
            <a:ext cx="2574036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7132" y="4709160"/>
            <a:ext cx="2574036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5732" y="4837176"/>
            <a:ext cx="22082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>
                <a:solidFill>
                  <a:srgbClr val="E0B36A"/>
                </a:solidFill>
                <a:latin typeface="楷体"/>
                <a:ea typeface="楷体"/>
                <a:cs typeface="楷体"/>
              </a:rPr>
              <a:t>47.3MB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单文件离线运行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为什么做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汉字教学里，缺一个「能动手」的汉字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57400"/>
            <a:ext cx="3017520" cy="749808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演变只可看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85416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→  </a:t>
            </a:r>
            <a:r>
              <a:rPr sz="15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时间轴由观众掌控：拖动五体，任选一字推演三千年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90088"/>
            <a:ext cx="3017520" cy="749808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7296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造字原理抽象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18104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→  </a:t>
            </a:r>
            <a:r>
              <a:rPr sz="15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选字或手写两个部件，合成为新字，回看它的来路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22776"/>
            <a:ext cx="3017520" cy="749808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0565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手写被键盘取代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50791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→  </a:t>
            </a:r>
            <a:r>
              <a:rPr sz="15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粒子实时接住笔迹，离线手写识别给出 Top-3 确认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855464"/>
            <a:ext cx="3017520" cy="749808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38344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学习缺少反馈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8348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→  </a:t>
            </a:r>
            <a:r>
              <a:rPr sz="15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三关竞猜 + 三档难度，答对给释读、答错给机会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作品全景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十四个章节，一条横向叙事线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01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开篇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6272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02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甲骨文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03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金文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04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简帛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4303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3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05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小篆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7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7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06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隶书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22991" y="228600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2991" y="240487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07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楷书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08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一字千年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76272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76272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09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构字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5615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10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写字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59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59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11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认字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4303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4303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12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字量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13647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7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13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尾声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1" y="3520440"/>
            <a:ext cx="1408175" cy="96012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22991" y="3639312"/>
            <a:ext cx="14081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14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</a:pPr>
            <a:r>
              <a:rPr sz="14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关于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8920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滚轮 / 方向键 / 触摸滑动 / 目录 / 深链接切换章节；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六幕演变 → 全量字库 → 构字 → 写字 → 认字 → 数据，构成「看—查—拼—写—测」的完整闭环。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①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六幕演变：从甲骨到楷书的粒子生长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手绘矢量笔画与开源古文字字形，实时粒子化呈现</a:t>
            </a:r>
          </a:p>
        </p:txBody>
      </p:sp>
      <p:pic>
        <p:nvPicPr>
          <p:cNvPr id="6" name="Picture 5" descr="02甲骨文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828800"/>
            <a:ext cx="804672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2370" y="1808683"/>
            <a:ext cx="8086953" cy="456651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一字千年：任选一个字，推演它的三千年</a:t>
            </a:r>
          </a:p>
        </p:txBody>
      </p:sp>
      <p:pic>
        <p:nvPicPr>
          <p:cNvPr id="6" name="Picture 5" descr="04一字千年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全量字库 14,873 字、28,776 个历代字形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拖动时间轴：甲骨—金文—简帛—小篆—隶书—楷书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按 214 部首 / 36 笔画检索，支持随机一字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缺哪一阶段就标注哪一阶段：晚出字如实说明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两万八千个字形，来自一条自建数据管线</a:t>
            </a:r>
          </a:p>
        </p:txBody>
      </p:sp>
      <p:pic>
        <p:nvPicPr>
          <p:cNvPr id="6" name="Picture 5" descr="05字库检索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4572000" cy="2571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1808683"/>
            <a:ext cx="4612233" cy="261198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字形来源：character-evolution-dataset-1bit（MIT）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二值化 → Zhang-Suen 骨架化 → 分叉合并 → 八方向编码 → 矢量笔画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77639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59 个数据分片按需加载，首屏不等待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逐字标注可用阶段，字体按 unicode-range 分块加载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「晚出字」如实提示，不用虚构字形补位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构字：写两个部件，合成一个新字</a:t>
            </a:r>
          </a:p>
        </p:txBody>
      </p:sp>
      <p:pic>
        <p:nvPicPr>
          <p:cNvPr id="6" name="Picture 5" descr="06构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8,600 组部件组合：精编会意/形声 351 组 + CCD 结构拆解 8,249 组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双入口：从字库选部件，或手写两个部件经识别确认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部首归一：写「水」+「可」，合成「河」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合出的字可「看它三千年」；结构、解读循序展开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拆解数据逐条署名；晚出字与管理边界如实标注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④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写字：粒子实时接住你的笔迹</a:t>
            </a:r>
          </a:p>
        </p:txBody>
      </p:sp>
      <p:pic>
        <p:nvPicPr>
          <p:cNvPr id="6" name="Picture 5" descr="07手写识别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自由书写 / 跟着写（描红·评分）/ 名字图三种模式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离线手写识别：HanScribe（WASM，12,361 字）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合成样本口径 Top-1 97% / Top-3 100%，候选可确认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笔迹逐段化入粒子，与整件作品同一种「数字笔墨」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④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名字图：把名字变成一片星空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35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输入 2–4 个字，生成可保存的粒子星图海报（1920×1080）</a:t>
            </a:r>
          </a:p>
        </p:txBody>
      </p:sp>
      <p:pic>
        <p:nvPicPr>
          <p:cNvPr id="6" name="Picture 5" descr="08名字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828800"/>
            <a:ext cx="8046720" cy="4526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2370" y="1808683"/>
            <a:ext cx="8086953" cy="4566513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⑤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认字：三关 × 三档难度，每轮都不一样</a:t>
            </a:r>
          </a:p>
        </p:txBody>
      </p:sp>
      <p:pic>
        <p:nvPicPr>
          <p:cNvPr id="6" name="Picture 5" descr="09认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认形 → 知义 → 辨体，逐层检验理解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简单 / 普通 / 困难：题量与难度随之变化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困难级认形从全量字库随机抽取，干扰项同部首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跨轮不重样：记忆近期用字，池尽自动回退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答对附释读与部首信息，实时总分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核心体验 ⑥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字量：让「汉字越来越多」看得见</a:t>
            </a:r>
          </a:p>
        </p:txBody>
      </p:sp>
      <p:pic>
        <p:nvPicPr>
          <p:cNvPr id="6" name="Picture 5" descr="10字量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4846320" cy="27260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92163" y="2101291"/>
            <a:ext cx="4886553" cy="2766288"/>
          </a:xfrm>
          <a:prstGeom prst="rect">
            <a:avLst/>
          </a:prstGeom>
          <a:noFill/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文献口径：甲骨 4,500 → 康熙 47,035 → 通用规范 8,105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作品实录：各阶段实际收录 28,776 个历代字形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</a:pPr>
            <a:r>
              <a:rPr sz="135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35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两组数据并置：既有常识，也有作品的真实覆盖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技术实现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纯前端、零外部请求、双击即用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03120"/>
            <a:ext cx="3517391" cy="17373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3517391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49424"/>
            <a:ext cx="310591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粒子引擎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Three.js + 自定义着色器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数万粒子实时演变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点云 LRU 管理内存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0351" y="2103120"/>
            <a:ext cx="3517391" cy="17373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0351" y="2103120"/>
            <a:ext cx="3517391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951" y="2249424"/>
            <a:ext cx="310591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字库管线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骨架化为矢量笔画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59 分片懒加载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Unihan 部首/笔画索引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3775" y="2103120"/>
            <a:ext cx="3517391" cy="17373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3775" y="2103120"/>
            <a:ext cx="3517391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5" y="2249424"/>
            <a:ext cx="310591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字体方案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LXGW WenKai 内嵌楷体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基础档 + 5 个分块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font-display: swap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069079"/>
            <a:ext cx="3517391" cy="17373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069079"/>
            <a:ext cx="3517391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215383"/>
            <a:ext cx="310591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离线识别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HanScribe WASM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12,361 字词表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Top-3 候选确认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0351" y="4069079"/>
            <a:ext cx="3517391" cy="17373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0351" y="4069079"/>
            <a:ext cx="3517391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8951" y="4215383"/>
            <a:ext cx="310591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交付形态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单文件 47.3MB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字体/数据/模型全内嵌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断网可用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3775" y="4069079"/>
            <a:ext cx="3517391" cy="1737360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3775" y="4069079"/>
            <a:ext cx="3517391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2375" y="4215383"/>
            <a:ext cx="3105911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体验保障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桌面 / 平板 / 手机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无障碍与动效降级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2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320px 宽度起可用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原创贡献与合规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749808"/>
            <a:ext cx="457200" cy="25603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学生主导创作，素材链路可追溯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5486400" cy="3749039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486400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0292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学生原创贡献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选题、叙事结构与交互设计由作者主导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逐字撰写释读文案与构字解读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粒子视觉、章节节奏与声音设计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AI 仅用于代码辅助与文字整理，画面音效非 AI 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011680"/>
            <a:ext cx="5367528" cy="3749039"/>
          </a:xfrm>
          <a:prstGeom prst="rect">
            <a:avLst/>
          </a:prstGeom>
          <a:solidFill>
            <a:srgbClr val="15151C"/>
          </a:solidFill>
          <a:ln w="11430">
            <a:solidFill>
              <a:srgbClr val="34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011680"/>
            <a:ext cx="5367528" cy="36576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240280"/>
            <a:ext cx="49377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E0B36A"/>
                </a:solidFill>
                <a:latin typeface="微软雅黑"/>
                <a:ea typeface="微软雅黑"/>
                <a:cs typeface="微软雅黑"/>
              </a:rPr>
              <a:t>素材与合规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Three.js（MIT）· LXGW WenKai（SIL OFL 1.1）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HanScribe（MIT）· 古文字字形数据集（MIT）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CCD 拆解表：Wikimedia Commons，界面署名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300" b="0">
                <a:solidFill>
                  <a:srgbClr val="E9E6DF"/>
                </a:solidFill>
                <a:latin typeface="微软雅黑"/>
                <a:ea typeface="微软雅黑"/>
                <a:cs typeface="微软雅黑"/>
              </a:rPr>
              <a:t>•  零第三方图片与音频素材；许可声明随作品保留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《字·生》· 作品编号 316056 · 牛景飞（北京语言大学）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282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96596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0">
                <a:solidFill>
                  <a:srgbClr val="E9E6DF"/>
                </a:solidFill>
                <a:latin typeface="楷体"/>
                <a:ea typeface="楷体"/>
                <a:cs typeface="楷体"/>
              </a:rPr>
              <a:t>字·生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3208" y="3474720"/>
            <a:ext cx="2011680" cy="27432"/>
          </a:xfrm>
          <a:prstGeom prst="rect">
            <a:avLst/>
          </a:prstGeom>
          <a:solidFill>
            <a:srgbClr val="E0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A8A296"/>
                </a:solidFill>
                <a:latin typeface="微软雅黑"/>
                <a:ea typeface="微软雅黑"/>
                <a:cs typeface="微软雅黑"/>
              </a:rPr>
              <a:t>让沉默的字符，在粒子系统中重新「活」起来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>
                <a:solidFill>
                  <a:srgbClr val="8F8A80"/>
                </a:solidFill>
                <a:latin typeface="微软雅黑"/>
                <a:ea typeface="微软雅黑"/>
                <a:cs typeface="微软雅黑"/>
              </a:rPr>
              <a:t>课堂 · 展馆 · 国际中文教育　——　一套可以即刻打开、离线运行的汉字数字体验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>
                <a:solidFill>
                  <a:srgbClr val="6B675E"/>
                </a:solidFill>
                <a:latin typeface="微软雅黑"/>
                <a:ea typeface="微软雅黑"/>
                <a:cs typeface="微软雅黑"/>
              </a:rPr>
              <a:t>作品编号 316056 · 牛景飞（北京语言大学）·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字·生 — 汉字五体演变的粒子交互体验（参赛演示文稿）</dc:title>
  <dc:subject>第十四届全国大学生数字媒体科技作品及创意竞赛 · 作品编号 316056</dc:subject>
  <dc:creator>牛景飞</dc:creator>
  <cp:keywords/>
  <dc:description>由 tools/build_ppt.py 生成；截图与文案与单文件版作品同步。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