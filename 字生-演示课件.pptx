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开场白：三千年前的『日』是什么样子？这堂课我们不用课本插图，而是亲手把汉字的三千年『推』一遍。作品是纯前端交互网页，双击即用、完全离线。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说明课件的双身份：既是可上手的课堂教学工具，也是作品的完整展示。所有环节都在同一个网页里完成，不需要来回切换软件。可按课时拆分：只做导入+探究约 15 分钟；实践环节可单独成课。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先让画面自己说话：不要急着讲解，让学生连续观演两轮，再抛出问题。提示留意两处转折：金文到简帛的『隶变』苗头、小篆到隶书的彻底转向。点字弹出释读卡可用于随机抽问。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汉字演变的最大动力不是美学而是效率：竹简上写篆书太慢，于是笔画开始连写、拉直、简化，隶书由此萌芽。这一幕的墨迹感可以让学生直观看到『书写』的痕迹。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这是最核心的探究工具。让学生自己选字、自己拖轴，教师只在关键节点点拨：比如『学』字上面是两只手在教孩子结绳计数。任务化：每组挑一个字，向全班讲述它的演变故事。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借『晚出字』做一次科学精神教育：数据不会撒谎，工具要说真话。可以现场检索『妈』『茶』『灯』等生活字，看看它们最古老的样子出现在哪个年代。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从『看』到『做』的关键一步。会意字最能体现先民的思维：日与月合为『明』。手写通道让学生必须真正写出部件，而不是点按钮；合成后立刻能看三千年，形成『造字—演变』的闭环。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写字环节强调『手写』的必要性：识别引擎会对 Top-3 候选让你确认，写歪了也没关系。『跟着写』模式有评分，适合低年级与留学生入门；写出的任何字都会化入粒子星河。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情感化设计：把名字变成作品，学生可以把海报带回家。课堂用法——写同桌的名字，互赠『星空』；也可以写班级名、校名。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把检测做成游戏：可以个人挑战，也可以分组抢答。题目的『知义』与『辨体』两关正是前面探究环节的知识点回流，答错的即时讲解可以顺带复习。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用数据收束全课：字量在增长，但『规范』让它稳定在 8,105 字。引导学生意识到：认识几千个常用字，就掌握了通向三千年的钥匙。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课后任务把课堂延伸到家庭：学生回家继续玩作品即可完成，无需额外材料。任务三适合作为下节课的开场分享。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强调工程的完成度：不是演示原型，而是可以直接交付使用的成品——单文件双击即用，评委与学生都不需要配置环境。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版权页是竞赛材料的重要组成：所有素材来源可追溯、许可合规。若评委问到数据来源，逐一对应：字形来自 MIT 数据集，拆解数据来自 Wikimedia Commons 项目页并已署名。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结束页用于课堂收束与展示收尾：邀请听众亲自打开单文件版，从『日』开始，走一遍他们的三千年。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12344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203704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72968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4142232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11496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第十四届全国大学生数字媒体科技作品及创意竞赛 · 指定命题「科技+创意，讲好中国故事」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8412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字·生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汉字五体演变的粒子交互体验 · 数字体验课件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2011680" cy="27432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适用：语文 / 文化 / 国际中文教育课堂（HSK 3 级及以上）· 40–45 分钟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3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作品编号 316056 ｜ 作者：牛景飞（北京语言大学）｜ 个人参赛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课件说明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一堂可以「动手」的汉字课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48840"/>
            <a:ext cx="3474720" cy="214884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474720" cy="41148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01 · 适用对象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中学语文与文化课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高校通识 / 美育课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国际中文教育课堂（HSK 3+）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2148840"/>
            <a:ext cx="3474720" cy="214884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2148840"/>
            <a:ext cx="3474720" cy="41148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95728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02 · 建议课时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共 40–45 分钟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导入 5′ · 探究 10′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实践 15′ · 检测 10′ · 总结 5′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7" y="2148840"/>
            <a:ext cx="3474720" cy="214884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7" y="2148840"/>
            <a:ext cx="3474720" cy="41148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2395728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03 · 使用方式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双击「字生-单文件版.html」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完全离线 · 无需安装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电脑 / 平板 / 手机均可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177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教学目标　</a:t>
            </a:r>
            <a:r>
              <a:rPr sz="1400" b="1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知识：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汉字的五体演变与『六书』造字智慧　　</a:t>
            </a:r>
            <a:r>
              <a:rPr sz="1400" b="1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能力：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动手构字、书写与观察分析　　</a:t>
            </a:r>
            <a:r>
              <a:rPr sz="1400" b="1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价值：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感受汉字之美，建立文化认同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4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教学流程　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导入（观演变）→ 探究（一字千年）→ 实践（构字 / 写字）→ 检测（认字闯关）→ 总结（字量讨论），全部环节由同一件交互作品串联。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环节一 · 导入（约 5 分钟）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「日」在三千年前，长什么样？</a:t>
            </a:r>
          </a:p>
        </p:txBody>
      </p:sp>
      <p:pic>
        <p:nvPicPr>
          <p:cNvPr id="6" name="Picture 5" descr="02-五体演变甲骨文一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滚轮逐幕观演：甲骨 → 金文 → 简帛 → 小篆 → 隶书 → 楷书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观察提问：哪一幕的变化最大？为什么？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点画面中的大字：看它的结构与本义释读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环节一 · 导入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隶变：从「画出来」到「写顺手」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简帛一幕——篆隶之间的手写墨迹：书写效率，推动了字体的演变</a:t>
            </a:r>
          </a:p>
        </p:txBody>
      </p:sp>
      <p:pic>
        <p:nvPicPr>
          <p:cNvPr id="6" name="Picture 5" descr="03-新增一幕简帛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847088"/>
            <a:ext cx="804672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2370" y="1826971"/>
            <a:ext cx="8086953" cy="456651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环节二 · 探究（约 10 分钟）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任选一个字，亲手推动它的三千年</a:t>
            </a:r>
          </a:p>
        </p:txBody>
      </p:sp>
      <p:pic>
        <p:nvPicPr>
          <p:cNvPr id="6" name="Picture 5" descr="04-一字千年时间轴连续演化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全量字库 14,873 字 · 28,776 个历代字形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拖时间轴：从它出现的最早年代，一路演化到楷书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讨论任务：「我」「学」「家」三个字的来路有什么不同？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环节二 · 探究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找不到古字形？作品会诚实地说出来</a:t>
            </a:r>
          </a:p>
        </p:txBody>
      </p:sp>
      <p:pic>
        <p:nvPicPr>
          <p:cNvPr id="6" name="Picture 5" descr="05-全量字库部首笔画检索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按 214 部首 / 36 笔画检索任意字，或「随机一字」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有的字「出生」很晚：甲骨金文里本就还没有它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缺哪一阶段就标注哪一阶段——这本身就是汉字的故事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环节三 · 实践（约 15 分钟）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日 + 月 = 明：亲手拼出会意字</a:t>
            </a:r>
          </a:p>
        </p:txBody>
      </p:sp>
      <p:pic>
        <p:nvPicPr>
          <p:cNvPr id="6" name="Picture 5" descr="06-构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4993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539561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选字 / 手写双入口：8,600 组部件组合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部首归一：手写「水」+「可」，也能合成「河」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合出来的字可「看它三千年」；拆解释义可展开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课堂活动：同桌各写一个部件，合起来猜是什么字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环节三 · 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写下的每一笔，粒子都会「接住」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三种模式：自由书写 · 跟着写（描红评分）· 名字图　｜　离线识别引擎 12,361 字（合成样本 Top-1 97% / Top-3 100%）</a:t>
            </a:r>
          </a:p>
        </p:txBody>
      </p:sp>
      <p:pic>
        <p:nvPicPr>
          <p:cNvPr id="6" name="Picture 5" descr="07-手写识别HanScribe 引擎 Top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847088"/>
            <a:ext cx="804672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2370" y="1826971"/>
            <a:ext cx="8086953" cy="456651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环节三 · 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把名字变成一片星空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输入 2–4 个字生成粒子星图，可保存为纪念海报（1920×1080）</a:t>
            </a:r>
          </a:p>
        </p:txBody>
      </p:sp>
      <p:pic>
        <p:nvPicPr>
          <p:cNvPr id="6" name="Picture 5" descr="08-名字图粒子星图与海报导出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847088"/>
            <a:ext cx="804672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2370" y="1826971"/>
            <a:ext cx="8086953" cy="456651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环节四 · 检测（约 10 分钟）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三关闯关：认形 → 知义 → 辨体</a:t>
            </a:r>
          </a:p>
        </p:txBody>
      </p:sp>
      <p:pic>
        <p:nvPicPr>
          <p:cNvPr id="6" name="Picture 5" descr="09-认字三关制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认形 10 题：看甲骨文，猜今天的字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知义 6 题：它的本义是什么？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辨体 4 题：两个字形，哪一个更早？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实时总分；答对附一条汉字小知识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环节五 · 总结（约 5 分钟）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汉字为什么越来越多，又「稳」了下来？</a:t>
            </a:r>
          </a:p>
        </p:txBody>
      </p:sp>
      <p:pic>
        <p:nvPicPr>
          <p:cNvPr id="6" name="Picture 5" descr="10-字量数据文献口径与字库实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甲骨约 4,500（已释读约 1,500）→ 康熙字典 47,035 → 通用规范 8,105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作品字库实录：14,873 字 · 28,776 个历代字形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讨论：规范用字时代，我们学汉字学的是什么？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拓展 · 课后任务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去字墙上，找找自己名字里的「最古老汉字」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86000"/>
            <a:ext cx="11064240" cy="86868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41148" cy="868680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0B36A"/>
                </a:solidFill>
                <a:latin typeface="楷体"/>
                <a:ea typeface="楷体"/>
                <a:cs typeface="楷体"/>
              </a:rPr>
              <a:t>任务一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5059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在「尾声」字墙点三个字，记下它们各自最早的年代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337560"/>
            <a:ext cx="11064240" cy="86868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337560"/>
            <a:ext cx="41148" cy="868680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0B36A"/>
                </a:solidFill>
                <a:latin typeface="楷体"/>
                <a:ea typeface="楷体"/>
                <a:cs typeface="楷体"/>
              </a:rPr>
              <a:t>任务二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0215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用「构字」拼出一个你名字里的字，读一读它的拆解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89120"/>
            <a:ext cx="11064240" cy="86868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89120"/>
            <a:ext cx="41148" cy="868680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0B36A"/>
                </a:solidFill>
                <a:latin typeface="楷体"/>
                <a:ea typeface="楷体"/>
                <a:cs typeface="楷体"/>
              </a:rPr>
              <a:t>任务三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5371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在「名字图」写下同桌的名字，比一比谁的字更『古老』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715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对应章节：尾声（字墙）· 构字 · 写字（名字图）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作品信息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一个纯前端、完全离线的数字体验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69494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单文件版 47.3 MB：字体、数据、识别模型全部内嵌，双击即用、断网可用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数万枚实时粒子（Three.js + 自定义着色器）实时生成全部画面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离线手写识别（WebAssembly）· 字体按需分块 · 字库分片懒加载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支持桌面 / 平板 / 手机（320px 宽度起）；无障碍与动效降级适配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194560"/>
            <a:ext cx="3767328" cy="35661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2194560"/>
            <a:ext cx="3767328" cy="41148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468880"/>
            <a:ext cx="3200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体验方式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双击「字生-单文件版.html」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主副本：Gitee（见提交链接）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源码镜像：GitHub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作品编号：316056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作者：牛景飞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单位：北京语言大学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素材与版权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零第三方图片与音频素材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11064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全部画面与音效由程序实时生成（五声音阶 · 四种可选音色：古琴 / 编钟 / 洞箫 / 水滴）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开源致谢：Three.js（MIT）· LXGW WenKai 楷体（SIL OFL 1.1）· HanScribe 手写识别（MIT）· character-evolution-dataset-1bit 古文字字形集（MIT）· CCD 汉字拆解表（Wikimedia Commons）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AI 使用说明：AI 仅用于代码辅助与文字整理；画面、音效、字形数据均非 AI 生成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4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字体与数据的许可声明随作品与源码一并保留；CCD 拆解数据在界面中署名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字·生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3208" y="3794760"/>
            <a:ext cx="2011680" cy="27432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让沉默的字符，在粒子系统中重新「活」起来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谢谢观看 · 欢迎体验　｜　作品编号 316056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字·生 — 汉字五体演变的粒子交互体验（数字体验课件）</dc:title>
  <dc:subject>第十四届全国大学生数字媒体科技作品及创意竞赛 · 作品编号 316056</dc:subject>
  <dc:creator>牛景飞</dc:creator>
  <cp:keywords/>
  <dc:description>由 tools/build_ppt.py 生成；截图与文案与单文件版作品同步。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